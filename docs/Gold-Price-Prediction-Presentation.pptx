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4008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3774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Gold Price Prediction using Machine Learning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A Mini Project in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72865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Submitted by:  Tapesh Sharma   (2300650100118)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Team:  Sanchay Bhardwaj (2300650100104)   |   Vivek (2300650100127)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Project Guide:  Mrs. Ashna Thakur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B.S.A. College of Engineering &amp; Technology, Mathura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Dept. of Computer Science &amp; Engineering   |   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Gold is a globally traded precious metal and a traditional safe-haven asset.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Its price is affected by demand, inflation, currency value and market sentiment.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Being able to forecast gold prices helps investors and analysts take better decisions.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This project builds a Machine Learning model that predicts the monthly price of gold.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Given the historical monthly price of gold, predict its price for the coming months.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This is a supervised regression problem: past behaviour is the input, future price is the output.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Multiple models are trained and the most accurate one is kept for prediction.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Prepare a clean monthly gold price dataset for the years 2000 to 2024.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Engineer features that capture the trend and the short-term momentum of prices.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Train and compare RandomForest, Linear Regression and Ridge models.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Measure accuracy using MAE, RMSE and R-squared against a naive baseline.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Provide a simple desktop GUI so anyone can run a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Monthly gold price in USD per troy ounce, from 2000 to 2024 (300 records).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Columns in the file: Date, Year, Month and Price.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Built from public annual-average anchors with a small momentum effect added.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Model features: the last 3 monthly returns, plus the month and the year.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The model predicts the month-to-month RETURN, not the raw price.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Why: tree models cannot guess a price higher than they have seen, so a rising trend breaks them.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Price is rebuilt as:  next price = last price x (1 + predicted return).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Forecasting rolls forward one month at a time, feeding each answer back as the next input.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A chronological split is used - the last 60 months are kept for testing.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Technology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Language: Python.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Data handling: pandas and NumPy.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Models: scikit-learn - RandomForest, Linear Regression, Ridge.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Charts: Matplotlib.   Interface: Tkinter.   Save/Load: Joblib.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554480"/>
          <a:ext cx="9997135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283"/>
                <a:gridCol w="2499283"/>
                <a:gridCol w="2499283"/>
                <a:gridCol w="2499286"/>
              </a:tblGrid>
              <a:tr h="667512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MAE (USD)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RMSE (USD)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1">
                          <a:solidFill>
                            <a:srgbClr val="C9A227"/>
                          </a:solidFill>
                          <a:latin typeface="Calibri"/>
                        </a:rPr>
                        <a:t>RandomForest (best)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32.71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44.47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0.9613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32.91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44.60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33.33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45.50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0.9595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Naive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36.14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47.97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Calibri"/>
                        </a:rPr>
                        <a:t>0.9549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394960"/>
            <a:ext cx="99971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Test window: last 60 months (from Jan 2020). Lower MAE / RMSE and higher R-squared are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Prediction</a:t>
            </a:r>
          </a:p>
        </p:txBody>
      </p:sp>
      <p:pic>
        <p:nvPicPr>
          <p:cNvPr id="5" name="Picture 4" descr="screenshot_pre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6491" y="1371600"/>
            <a:ext cx="7338713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Desktop GUI: choose a horizon and forecast the gold price month by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Model Comparison</a:t>
            </a:r>
          </a:p>
        </p:txBody>
      </p:sp>
      <p:pic>
        <p:nvPicPr>
          <p:cNvPr id="5" name="Picture 4" descr="screenshot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6491" y="1371600"/>
            <a:ext cx="7338713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Train tab: accuracy table and the error comparison across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RandomForest gave the best accuracy and clearly beat the naive baseline.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Predicting returns instead of raw prices made the models reliable on a trending series.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The Tkinter GUI turns the trained model into an easy-to-use forecasting tool.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The project demonstrates a complete Machine Learning pipeline from data to interface.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Add real economic features such as inflation, USD index and interest rates.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Try deep-learning time-series models like LSTM for longer forecasts.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Connect a live gold price API so predictions always use current data.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Show a confidence range instead of a single predicted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5661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Questions &amp; suggestions are welcome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Gold Price Prediction using Machine Learning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