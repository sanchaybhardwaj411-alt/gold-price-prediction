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7" y="54864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331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Live Gold &amp; Silver Price Prediction using Machine Learning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A Mini Project in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Submitted by</a:t>
            </a:r>
          </a:p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Project Guide:  Mrs. Ashna Thakur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B.S.A. College of Engineering &amp; Technology, Mathura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C9A227"/>
                </a:solidFill>
                <a:latin typeface="Calibri"/>
              </a:rPr>
              <a:t>Dept. of Computer Science &amp; Engineering   |   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Gold and silver are the two most tracked precious metals, priced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Their prices move with demand, inflation, the dollar and global market sentiment.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This project fetches the LIVE price of both metals and converts it into Indian Rupees per gram.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 Machine Learning model then forecasts the price for the next 12 months.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Everything is shown on one web dashboard, so the numbers can be read without any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Given the historical monthly price of gold and silver, predict their price for the coming months.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This is a supervised regression problem: past behaviour is the input, future price is the output.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Several models are trained, scored on data they have never seen, and the best one is kept.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winning model is connected to a live price feed and presented on a dashboard in rupees.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Build a clean monthly price dataset for gold and silver from the year 2000 up to today.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Read the live price of both metals and the US dollar to rupee rate from public APIs.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Engineer features that capture short-term momentum instead of raw price levels.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Compare Random Forest, Linear Regression and Ridge against a naive baseline.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Deliver an attractive dashboard showing present and future prices in Indian Rupees.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Live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api.gold-api.com/price/XAU  -  live gold price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api.gold-api.com/price/XAG  -  live silver price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open.er-api.com  -  today's US dollar to Indian rupee exchange rate.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All three are free public feeds, so no key or login is needed.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Conversion:  Rs per gram = US$ per ounce x USD-INR rate / 31.1035  (one troy ounce = 31.1035 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Two files: gold_prices.csv and silver_prices.csv - one row per month since January 2000.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Columns: Date, Year, Month and Price (US dollars per troy ounce).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Yearly anchors are approximate LBMA annual averages, interpolated month to month with momentum.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Model features: the last 3 monthly returns, plus the month and the year.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live API price is appended as the latest point, so the forecast always starts from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model predicts the month-to-month RETURN, never the raw price.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Why: a tree model cannot guess a price higher than anything it saw, so a 25 year rising trend breaks it.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Price is rebuilt as   next price = last price x (1 + predicted return).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Forecasting rolls forward one month at a time, feeding each answer back as the next input.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split is chronological - the last 60 months are held out and never used for fitting.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Technology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Language: Python.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Data handling: pandas and NumPy.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Models: scikit-learn - Random Forest, Linear Regression, Ridge.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Backend: Flask, serving one JSON summary to the page.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Frontend: Chart.js on a dark dashboard.   Model save / load: Joblib.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828800"/>
          <a:ext cx="7406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481328"/>
                <a:gridCol w="1481328"/>
                <a:gridCol w="1481328"/>
                <a:gridCol w="1481328"/>
              </a:tblGrid>
              <a:tr h="585216"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Gold MAE (US$/oz)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Gold R-sq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Silver MAE (US$/oz)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Silver R-sq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44.34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0.9910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0.9942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53.54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0.9889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0.9903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Naive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56.93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result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749039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120640"/>
            <a:ext cx="7406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Random Forest wins on both metals and beats the naive baseline. Test window: last 60 months, from Oct 2021. Lower MAE and higher R-squared are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Live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10</a:t>
            </a:r>
          </a:p>
        </p:txBody>
      </p:sp>
      <p:pic>
        <p:nvPicPr>
          <p:cNvPr id="10" name="Picture 9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237" y="1325880"/>
            <a:ext cx="8085221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Today's live gold and silver price in rupees per gram, per kg and per 10 gram, with the monthly history since 2000.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- 12 Month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11</a:t>
            </a:r>
          </a:p>
        </p:txBody>
      </p:sp>
      <p:pic>
        <p:nvPicPr>
          <p:cNvPr id="10" name="Picture 9" descr="dashboard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138" y="1325880"/>
            <a:ext cx="7121419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Solid line = actual price, dashed line = model forecast, plus the month by month expected price in rupees.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Model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12</a:t>
            </a:r>
          </a:p>
        </p:txBody>
      </p:sp>
      <p:pic>
        <p:nvPicPr>
          <p:cNvPr id="10" name="Picture 9" descr="dashboar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8655" cy="4269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Error of every model on 60 unseen months, compared against the naive 'next month = this month' baseline.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Random Forest gave the lowest error on both metals and beat the naive baseline.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Predicting returns instead of raw prices made the models reliable on a strongly trending series.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Live prices, rupee conversion and the forecast are combined in one self-explanatory dashboard.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project demonstrates a complete Machine Learning pipeline - data, model, API, interface.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Add real economic features such as inflation, the dollar index and interest rates.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Try deep-learning time-series models like LSTM for longer horizons.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Show a confidence range around the forecast instead of a single number.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Extend to other metals and to jewelers' rate cards used in the local market.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Publish the dashboard online with a scheduled daily data refresh.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82296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Questions &amp; suggestions are welcome</a:t>
            </a:r>
          </a:p>
          <a:p>
            <a:pPr algn="ctr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Guide: Mrs. Ashna Thakur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9A227"/>
                </a:solidFill>
                <a:latin typeface="Calibri"/>
              </a:rPr>
              <a:t>B.S.A. College of Engineering &amp; Technology, Mathura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